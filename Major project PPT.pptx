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0" y="0"/>
            <a:ext cx="12192000" cy="68728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0" y="0"/>
            <a:ext cx="12192000" cy="71734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0" y="-87630"/>
            <a:ext cx="12192000" cy="6995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0" y="0"/>
            <a:ext cx="12192000" cy="68873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635" y="0"/>
            <a:ext cx="12208510" cy="74129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0" y="0"/>
            <a:ext cx="12192000" cy="74455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0" y="0"/>
            <a:ext cx="12192000" cy="7861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0" y="0"/>
            <a:ext cx="12280900" cy="7239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-31115" y="0"/>
            <a:ext cx="12324080" cy="7289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0" y="0"/>
            <a:ext cx="12192000" cy="75634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0" y="0"/>
            <a:ext cx="12192000" cy="69634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0" y="0"/>
            <a:ext cx="12192000" cy="78028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0" y="-102870"/>
            <a:ext cx="12192000" cy="69742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0" y="-13970"/>
            <a:ext cx="12192000" cy="68726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0" y="0"/>
            <a:ext cx="12192000" cy="743977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0" y="0"/>
            <a:ext cx="12192000" cy="74590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7DCEC6"/>
      </a:accent1>
      <a:accent2>
        <a:srgbClr val="A1F7BF"/>
      </a:accent2>
      <a:accent3>
        <a:srgbClr val="CDFDE7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/>
  <Paragraphs>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Arial</vt:lpstr>
      <vt:lpstr>SimSun</vt:lpstr>
      <vt:lpstr>Wingdings</vt:lpstr>
      <vt:lpstr>Microsoft YaHei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Maddikatla Chaitanya</cp:lastModifiedBy>
  <cp:revision>1</cp:revision>
  <dcterms:created xsi:type="dcterms:W3CDTF">2025-11-21T06:24:51Z</dcterms:created>
  <dcterms:modified xsi:type="dcterms:W3CDTF">2025-11-21T06:24:51Z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FB715412F13C448EA7AB527147F708AA_12</vt:lpwstr>
  </property>
  <property fmtid="{D5CDD505-2E9C-101B-9397-08002B2CF9AE}" pid="3" name="KSOProductBuildVer">
    <vt:lpwstr>1033-12.2.0.23155</vt:lpwstr>
  </property>
</Properties>
</file>